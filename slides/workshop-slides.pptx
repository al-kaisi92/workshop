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Build Your First Web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Movie Review App Workshop</a:t>
            </a:r>
            <a:br/>
            <a:br/>
            <a:r>
              <a:t>Accenture x BTEC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594360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We're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A movie review app where you can:</a:t>
            </a:r>
            <a:br/>
            <a:br/>
            <a:r>
              <a:t>• Browse movies</a:t>
            </a:r>
            <a:br/>
            <a:r>
              <a:t>• View movie details</a:t>
            </a:r>
            <a:br/>
            <a:r>
              <a:t>• Write reviews</a:t>
            </a:r>
            <a:br/>
            <a:r>
              <a:t>• Rate movies 1-5 stars</a:t>
            </a:r>
            <a:br/>
            <a:r>
              <a:t>• Search for movies</a:t>
            </a:r>
            <a:br/>
            <a:r>
              <a:t>• See Top 5 highest-rated movies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Tool                    What It Does</a:t>
            </a:r>
            <a:br/>
            <a:br/>
            <a:r>
              <a:t>Python                Our programming language</a:t>
            </a:r>
            <a:br/>
            <a:r>
              <a:t>FastAPI               Turns Python into a website</a:t>
            </a:r>
            <a:br/>
            <a:r>
              <a:t>HTML/CSS             Makes it look nice</a:t>
            </a:r>
            <a:br/>
            <a:r>
              <a:t>VS Code               Where we write and run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How Web Apps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[Browser]  →  Request  →  [Server (Python/FastAPI)]  →  [Data (JSON)]</a:t>
            </a:r>
            <a:br/>
            <a:r>
              <a:t>                    ←  Response  ←</a:t>
            </a:r>
            <a:br/>
            <a:br/>
            <a:r>
              <a:t>1. You type a URL</a:t>
            </a:r>
            <a:br/>
            <a:r>
              <a:t>2. Server finds the right code to run</a:t>
            </a:r>
            <a:br/>
            <a:r>
              <a:t>3. Code gets data from JSON file</a:t>
            </a:r>
            <a:br/>
            <a:r>
              <a:t>4. Server sends back a web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movie-review-app/</a:t>
            </a:r>
            <a:br/>
            <a:r>
              <a:t>├── main.py              ← Our routes (URLs)</a:t>
            </a:r>
            <a:br/>
            <a:r>
              <a:t>├── database.py         ← Functions you'll write!</a:t>
            </a:r>
            <a:br/>
            <a:r>
              <a:t>├── templates/            ← HTML pages</a:t>
            </a:r>
            <a:br/>
            <a:r>
              <a:t>├── static/css/           ← Styles</a:t>
            </a:r>
            <a:br/>
            <a:r>
              <a:t>└── data/movies.json  ← Our movie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Python Fundamentals -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Variables store information:</a:t>
            </a:r>
            <a:br/>
            <a:br/>
            <a:r>
              <a:t># Text (strings) - use quotes</a:t>
            </a:r>
            <a:br/>
            <a:r>
              <a:t>name = "Batman"</a:t>
            </a:r>
            <a:br/>
            <a:r>
              <a:t>genre = "Action"</a:t>
            </a:r>
            <a:br/>
            <a:br/>
            <a:r>
              <a:t># Numbers (integers) - no quotes</a:t>
            </a:r>
            <a:br/>
            <a:r>
              <a:t>year = 2022</a:t>
            </a:r>
            <a:br/>
            <a:r>
              <a:t>rating = 5</a:t>
            </a:r>
            <a:br/>
            <a:br/>
            <a:r>
              <a:t># Decimals (floats)</a:t>
            </a:r>
            <a:br/>
            <a:r>
              <a:t>average = 4.5</a:t>
            </a:r>
            <a:br/>
            <a:br/>
            <a:r>
              <a:t>Think of variables as labelled boxes that hold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Python Fundamentals - 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Lists hold multiple items:</a:t>
            </a:r>
            <a:br/>
            <a:br/>
            <a:r>
              <a:t># Create a list</a:t>
            </a:r>
            <a:br/>
            <a:r>
              <a:t>movies = ["Batman", "Spider-Man", "Avatar"]</a:t>
            </a:r>
            <a:br/>
            <a:br/>
            <a:r>
              <a:t># Access items (starts at 0!)</a:t>
            </a:r>
            <a:br/>
            <a:r>
              <a:t>movies[0]  → "Batman"</a:t>
            </a:r>
            <a:br/>
            <a:r>
              <a:t>movies[1]  → "Spider-Man"</a:t>
            </a:r>
            <a:br/>
            <a:br/>
            <a:r>
              <a:t># Add an item</a:t>
            </a:r>
            <a:br/>
            <a:r>
              <a:t>movies.append("Inception")</a:t>
            </a:r>
            <a:br/>
            <a:br/>
            <a:r>
              <a:t># How many items?</a:t>
            </a:r>
            <a:br/>
            <a:r>
              <a:t>len(movies)  →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Python Fundamentals - Dictionaries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Dictionaries store data with labels (like a real dictionary!):</a:t>
            </a:r>
            <a:br/>
            <a:br/>
            <a:r>
              <a:t># Create a dictionary</a:t>
            </a:r>
            <a:br/>
            <a:r>
              <a:t>movie = {</a:t>
            </a:r>
            <a:br/>
            <a:r>
              <a:t>    "title": "The Dark Knight",</a:t>
            </a:r>
            <a:br/>
            <a:r>
              <a:t>    "year": 2008,</a:t>
            </a:r>
            <a:br/>
            <a:r>
              <a:t>    "genre": "Action"</a:t>
            </a:r>
            <a:br/>
            <a:r>
              <a:t>}</a:t>
            </a:r>
            <a:br/>
            <a:br/>
            <a:r>
              <a:t># Access values using the label (key)</a:t>
            </a:r>
            <a:br/>
            <a:r>
              <a:t>movie["title"]  → "The Dark Knight"</a:t>
            </a:r>
            <a:br/>
            <a:r>
              <a:t>movie["year"]   → 2008</a:t>
            </a:r>
            <a:br/>
            <a:br/>
            <a:r>
              <a:t># Safely get a value (won't crash if missing)</a:t>
            </a:r>
            <a:br/>
            <a:r>
              <a:t>movie.get("rating", 0)  → Returns 0 if no rating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Python Fundamentals - For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Loops let you repeat code for each item:</a:t>
            </a:r>
            <a:br/>
            <a:br/>
            <a:r>
              <a:t>movies = ["Batman", "Spider-Man", "Avatar"]</a:t>
            </a:r>
            <a:br/>
            <a:br/>
            <a:r>
              <a:t># Do something for each movie</a:t>
            </a:r>
            <a:br/>
            <a:r>
              <a:t>for movie in movies:</a:t>
            </a:r>
            <a:br/>
            <a:r>
              <a:t>    print(movie)</a:t>
            </a:r>
            <a:br/>
            <a:br/>
            <a:r>
              <a:t># Output:</a:t>
            </a:r>
            <a:br/>
            <a:r>
              <a:t># Batman</a:t>
            </a:r>
            <a:br/>
            <a:r>
              <a:t># Spider-Man</a:t>
            </a:r>
            <a:br/>
            <a:r>
              <a:t># Avatar</a:t>
            </a:r>
            <a:br/>
            <a:br/>
            <a:r>
              <a:t>The loop runs 3 times - once for each movie!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Python Fundamentals - If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If statements make decisions:</a:t>
            </a:r>
            <a:br/>
            <a:br/>
            <a:r>
              <a:t>rating = 5</a:t>
            </a:r>
            <a:br/>
            <a:br/>
            <a:r>
              <a:t>if rating &gt; 4:</a:t>
            </a:r>
            <a:br/>
            <a:r>
              <a:t>    print("Great movie!")</a:t>
            </a:r>
            <a:br/>
            <a:r>
              <a:t>elif rating &gt; 2:</a:t>
            </a:r>
            <a:br/>
            <a:r>
              <a:t>    print("It's okay")</a:t>
            </a:r>
            <a:br/>
            <a:r>
              <a:t>else:</a:t>
            </a:r>
            <a:br/>
            <a:r>
              <a:t>    print("Not great")</a:t>
            </a:r>
            <a:br/>
            <a:br/>
            <a:r>
              <a:t># Check equality with ==</a:t>
            </a:r>
            <a:br/>
            <a:r>
              <a:t>if movie["title"] == "Batman":</a:t>
            </a:r>
            <a:br/>
            <a:r>
              <a:t>    print("Found it!")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Python Fundamentals -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Functions are reusable blocks of code:</a:t>
            </a:r>
            <a:br/>
            <a:br/>
            <a:r>
              <a:t># Define a function</a:t>
            </a:r>
            <a:br/>
            <a:r>
              <a:t>def greet(name):</a:t>
            </a:r>
            <a:br/>
            <a:r>
              <a:t>    return "Hello, " + name + "!"</a:t>
            </a:r>
            <a:br/>
            <a:br/>
            <a:r>
              <a:t># Call the function</a:t>
            </a:r>
            <a:br/>
            <a:r>
              <a:t>message = greet("Mo")</a:t>
            </a:r>
            <a:br/>
            <a:r>
              <a:t>print(message)  → "Hello, Mo!"</a:t>
            </a:r>
            <a:br/>
            <a:br/>
            <a:r>
              <a:t>Functions can take inputs and give outputs.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Setup Step 1: Install Python (Windows)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1. Go to python.org/downloads</a:t>
            </a:r>
            <a:br/>
            <a:br/>
            <a:r>
              <a:t>2. Click "Download Python 3.x.x"</a:t>
            </a:r>
            <a:br/>
            <a:br/>
            <a:r>
              <a:t>3. Run the installer</a:t>
            </a:r>
            <a:br/>
            <a:br/>
            <a:r>
              <a:t>4. IMPORTANT: Check ✓ "Add Python to PATH"</a:t>
            </a:r>
            <a:br/>
            <a:br/>
            <a:r>
              <a:t>5. Click "Install Now"</a:t>
            </a:r>
            <a:br/>
            <a:br/>
            <a:r>
              <a:t>6. Verify: Open Command Prompt and type:</a:t>
            </a:r>
            <a:br/>
            <a:r>
              <a:t>   python --version</a:t>
            </a:r>
            <a:br/>
            <a:br/>
            <a:r>
              <a:t>   You should see: Python 3.x.x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Setup Step 1: Install Python (Mac)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1. Go to python.org/downloads</a:t>
            </a:r>
            <a:br/>
            <a:br/>
            <a:r>
              <a:t>2. Click "Download Python 3.x.x"</a:t>
            </a:r>
            <a:br/>
            <a:br/>
            <a:r>
              <a:t>3. Open the .pkg file and follow the installer</a:t>
            </a:r>
            <a:br/>
            <a:br/>
            <a:r>
              <a:t>4. Verify: Open Terminal and type:</a:t>
            </a:r>
            <a:br/>
            <a:r>
              <a:t>   python3 --version</a:t>
            </a:r>
            <a:br/>
            <a:br/>
            <a:r>
              <a:t>   You should see: Python 3.x.x</a:t>
            </a:r>
            <a:br/>
            <a:br/>
            <a:br/>
            <a:r>
              <a:t>Note: Mac uses "python3" instead of "python"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Setup Step 2: Install VS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1. Go to code.visualstudio.com</a:t>
            </a:r>
            <a:br/>
            <a:br/>
            <a:r>
              <a:t>2. Download for your operating system (Windows/Mac)</a:t>
            </a:r>
            <a:br/>
            <a:br/>
            <a:r>
              <a:t>3. Run the installer</a:t>
            </a:r>
            <a:br/>
            <a:br/>
            <a:r>
              <a:t>4. Open VS Code</a:t>
            </a:r>
            <a:br/>
            <a:br/>
            <a:r>
              <a:t>5. Install the Python extension:</a:t>
            </a:r>
            <a:br/>
            <a:r>
              <a:t>   • Click Extensions icon (left sidebar)</a:t>
            </a:r>
            <a:br/>
            <a:r>
              <a:t>   • Search "Python"</a:t>
            </a:r>
            <a:br/>
            <a:r>
              <a:t>   • Click "Install" on the Microsoft Python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Setup Step 3: Virtual Environment (Windows)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A virtual environment keeps your project's packages separate.</a:t>
            </a:r>
            <a:br/>
            <a:br/>
            <a:r>
              <a:t>1. Open the project folder in VS Code</a:t>
            </a:r>
            <a:br/>
            <a:br/>
            <a:r>
              <a:t>2. Open Terminal (Ctrl + `)</a:t>
            </a:r>
            <a:br/>
            <a:br/>
            <a:r>
              <a:t>3. Create the virtual environment:</a:t>
            </a:r>
            <a:br/>
            <a:r>
              <a:t>   python -m venv venv</a:t>
            </a:r>
            <a:br/>
            <a:br/>
            <a:r>
              <a:t>4. Activate it:</a:t>
            </a:r>
            <a:br/>
            <a:r>
              <a:t>   venv\Scripts\activate</a:t>
            </a:r>
            <a:br/>
            <a:br/>
            <a:r>
              <a:t>5. You should see (venv) at the start of your terminal line</a:t>
            </a:r>
            <a:br/>
            <a:br/>
            <a:r>
              <a:t>6. Install packages:</a:t>
            </a:r>
            <a:br/>
            <a:r>
              <a:t>   pip install -r requirements.txt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Setup Step 3: Virtual Environment (Mac)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A virtual environment keeps your project's packages separate.</a:t>
            </a:r>
            <a:br/>
            <a:br/>
            <a:r>
              <a:t>1. Open the project folder in VS Code</a:t>
            </a:r>
            <a:br/>
            <a:br/>
            <a:r>
              <a:t>2. Open Terminal (Ctrl + `)</a:t>
            </a:r>
            <a:br/>
            <a:br/>
            <a:r>
              <a:t>3. Create the virtual environment:</a:t>
            </a:r>
            <a:br/>
            <a:r>
              <a:t>   python3 -m venv venv</a:t>
            </a:r>
            <a:br/>
            <a:br/>
            <a:r>
              <a:t>4. Activate it:</a:t>
            </a:r>
            <a:br/>
            <a:r>
              <a:t>   source venv/bin/activate</a:t>
            </a:r>
            <a:br/>
            <a:br/>
            <a:r>
              <a:t>5. You should see (venv) at the start of your terminal line</a:t>
            </a:r>
            <a:br/>
            <a:br/>
            <a:r>
              <a:t>6. Install packages:</a:t>
            </a:r>
            <a:br/>
            <a:r>
              <a:t>   pip install -r requirements.txt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Setup Step 4: Run the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With your virtual environment activated:</a:t>
            </a:r>
            <a:br/>
            <a:br/>
            <a:r>
              <a:t>1. Make sure you see (venv) in your terminal</a:t>
            </a:r>
            <a:br/>
            <a:br/>
            <a:r>
              <a:t>2. Run the server:</a:t>
            </a:r>
            <a:br/>
            <a:r>
              <a:t>   uvicorn main:app --reload</a:t>
            </a:r>
            <a:br/>
            <a:br/>
            <a:r>
              <a:t>3. Open your browser:</a:t>
            </a:r>
            <a:br/>
            <a:r>
              <a:t>   http://127.0.0.1:8000</a:t>
            </a:r>
            <a:br/>
            <a:br/>
            <a:r>
              <a:t>4. You should see the Movie Review App!</a:t>
            </a:r>
            <a:br/>
            <a:br/>
            <a:br/>
            <a:r>
              <a:t>To stop the server: Press Ctrl +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Let's Look at the App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database.py - Functions to complete:</a:t>
            </a:r>
            <a:br/>
            <a:r>
              <a:t>• Load movies (done for you!)</a:t>
            </a:r>
            <a:br/>
            <a:r>
              <a:t>• Find a movie by ID</a:t>
            </a:r>
            <a:br/>
            <a:r>
              <a:t>• Add a review</a:t>
            </a:r>
            <a:br/>
            <a:r>
              <a:t>• Calculate average rating</a:t>
            </a:r>
            <a:br/>
            <a:r>
              <a:t>• Search movies</a:t>
            </a:r>
            <a:br/>
            <a:r>
              <a:t>• Get top 5 rated movies</a:t>
            </a:r>
            <a:br/>
            <a:br/>
            <a:r>
              <a:t>main.py - Routes (already built):</a:t>
            </a:r>
            <a:br/>
            <a:r>
              <a:t>• Home page (/)</a:t>
            </a:r>
            <a:br/>
            <a:r>
              <a:t>• Movie detail (/movie/1)</a:t>
            </a:r>
            <a:br/>
            <a:r>
              <a:t>• Search (/search?q=batman)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Challenge 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Challenge    What You'll Build                Difficulty</a:t>
            </a:r>
            <a:br/>
            <a:br/>
            <a:r>
              <a:t>    1              Load movies                          Done for you!</a:t>
            </a:r>
            <a:br/>
            <a:r>
              <a:t>    2              Find a movie by ID                Easy</a:t>
            </a:r>
            <a:br/>
            <a:r>
              <a:t>    3              Save reviews                         Medium</a:t>
            </a:r>
            <a:br/>
            <a:r>
              <a:t>    4              Calculate average ratings      Medium</a:t>
            </a:r>
            <a:br/>
            <a:r>
              <a:t>    5              Search for movies                  Easy</a:t>
            </a:r>
            <a:br/>
            <a:r>
              <a:t>    6              Show Top 5 highest-rated    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Challenge 1 - Load Movies (Done For You!)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This one is already complete - let's understand it:</a:t>
            </a:r>
            <a:br/>
            <a:br/>
            <a:r>
              <a:t>def load_movies():</a:t>
            </a:r>
            <a:br/>
            <a:r>
              <a:t>    # Open the JSON file</a:t>
            </a:r>
            <a:br/>
            <a:r>
              <a:t>    with open("data/movies.json", "r") as file:</a:t>
            </a:r>
            <a:br/>
            <a:r>
              <a:t>        movies = json.load(file)</a:t>
            </a:r>
            <a:br/>
            <a:br/>
            <a:r>
              <a:t>    # Return the list of movies</a:t>
            </a:r>
            <a:br/>
            <a:r>
              <a:t>    return movies</a:t>
            </a:r>
            <a:br/>
            <a:br/>
            <a:r>
              <a:t>What it does:</a:t>
            </a:r>
            <a:br/>
            <a:r>
              <a:t>1. Opens the movies.json file</a:t>
            </a:r>
            <a:br/>
            <a:r>
              <a:t>2. Reads all the movie data</a:t>
            </a:r>
            <a:br/>
            <a:r>
              <a:t>3. Returns it as a list of dictionaries</a:t>
            </a:r>
            <a:br/>
            <a:br/>
            <a:r>
              <a:t>This is how we get our movie data into the app!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Understanding the Movie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Each movie in movies.json looks like this:</a:t>
            </a:r>
            <a:br/>
            <a:br/>
            <a:r>
              <a:t>{</a:t>
            </a:r>
            <a:br/>
            <a:r>
              <a:t>    "id": 1,</a:t>
            </a:r>
            <a:br/>
            <a:r>
              <a:t>    "title": "The Dark Knight",</a:t>
            </a:r>
            <a:br/>
            <a:r>
              <a:t>    "year": 2008,</a:t>
            </a:r>
            <a:br/>
            <a:r>
              <a:t>    "genre": "Action",</a:t>
            </a:r>
            <a:br/>
            <a:r>
              <a:t>    "plot": "Batman fights the Joker...",</a:t>
            </a:r>
            <a:br/>
            <a:r>
              <a:t>    "poster": "https://image-url.com/poster.jpg"</a:t>
            </a:r>
            <a:br/>
            <a:r>
              <a:t>}</a:t>
            </a:r>
            <a:br/>
            <a:br/>
            <a:r>
              <a:t>We have 8 movies to work with!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Challenge 2 - Find a Movie by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Goal: When someone clicks a movie, find that specific movie.</a:t>
            </a:r>
            <a:br/>
            <a:br/>
            <a:r>
              <a:t>def get_movie_by_id(movie_id):</a:t>
            </a:r>
            <a:br/>
            <a:r>
              <a:t>    # TODO: Your code here!</a:t>
            </a:r>
            <a:br/>
            <a:r>
              <a:t>    pass</a:t>
            </a:r>
            <a:br/>
            <a:br/>
            <a:r>
              <a:t>What you need to do:</a:t>
            </a:r>
            <a:br/>
            <a:r>
              <a:t>1. Get all movies using load_movies()</a:t>
            </a:r>
            <a:br/>
            <a:r>
              <a:t>2. Loop through each movie</a:t>
            </a:r>
            <a:br/>
            <a:r>
              <a:t>3. Check if the movie's ID matches</a:t>
            </a:r>
            <a:br/>
            <a:r>
              <a:t>4. Return the matching movie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Challenge 2 - Hints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def get_movie_by_id(movie_id):</a:t>
            </a:r>
            <a:br/>
            <a:r>
              <a:t>    # Step 1: Get all movies</a:t>
            </a:r>
            <a:br/>
            <a:r>
              <a:t>    movies = load_movies()</a:t>
            </a:r>
            <a:br/>
            <a:br/>
            <a:r>
              <a:t>    # Step 2: Loop through each movie</a:t>
            </a:r>
            <a:br/>
            <a:r>
              <a:t>    for movie in movies:</a:t>
            </a:r>
            <a:br/>
            <a:r>
              <a:t>        # Step 3: Check if ID matches</a:t>
            </a:r>
            <a:br/>
            <a:r>
              <a:t>        if movie["id"] == movie_id:</a:t>
            </a:r>
            <a:br/>
            <a:r>
              <a:t>            # Step 4: Return it!</a:t>
            </a:r>
            <a:br/>
            <a:r>
              <a:t>            return movie</a:t>
            </a:r>
            <a:br/>
            <a:br/>
            <a:r>
              <a:t>    # Step 5: If not found, return None</a:t>
            </a:r>
            <a:br/>
            <a:r>
              <a:t>    return 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Challenge 3 - Save a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Goal: When someone submits a review, save it!</a:t>
            </a:r>
            <a:br/>
            <a:br/>
            <a:r>
              <a:t>def add_review(movie_id, review):</a:t>
            </a:r>
            <a:br/>
            <a:r>
              <a:t>    # TODO: Your code here!</a:t>
            </a:r>
            <a:br/>
            <a:r>
              <a:t>    pass</a:t>
            </a:r>
            <a:br/>
            <a:br/>
            <a:r>
              <a:t>What you need to do:</a:t>
            </a:r>
            <a:br/>
            <a:r>
              <a:t>1. Check if this movie already has reviews stored</a:t>
            </a:r>
            <a:br/>
            <a:r>
              <a:t>2. If not, create an empty list for it</a:t>
            </a:r>
            <a:br/>
            <a:r>
              <a:t>3. Add the new review to the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Challenge 4 - Calculate Average Rating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Goal: Show the average star rating from all reviews.</a:t>
            </a:r>
            <a:br/>
            <a:br/>
            <a:r>
              <a:t>def get_average_rating(movie_id):</a:t>
            </a:r>
            <a:br/>
            <a:r>
              <a:t>    # TODO: Your code here!</a:t>
            </a:r>
            <a:br/>
            <a:r>
              <a:t>    return 0</a:t>
            </a:r>
            <a:br/>
            <a:br/>
            <a:r>
              <a:t>What you need to do:</a:t>
            </a:r>
            <a:br/>
            <a:r>
              <a:t>1. Get the movie and its reviews</a:t>
            </a:r>
            <a:br/>
            <a:r>
              <a:t>2. Add up all the ratings</a:t>
            </a:r>
            <a:br/>
            <a:r>
              <a:t>3. Divide by the number of reviews</a:t>
            </a:r>
            <a:br/>
            <a:r>
              <a:t>4. Return the average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Challenge 5 - Search Movies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Goal: Make the search bar work!</a:t>
            </a:r>
            <a:br/>
            <a:br/>
            <a:r>
              <a:t>def search_movies(query):</a:t>
            </a:r>
            <a:br/>
            <a:r>
              <a:t>    # TODO: Your code here!</a:t>
            </a:r>
            <a:br/>
            <a:r>
              <a:t>    return load_movies()</a:t>
            </a:r>
            <a:br/>
            <a:br/>
            <a:r>
              <a:t>What you need to do:</a:t>
            </a:r>
            <a:br/>
            <a:r>
              <a:t>1. Get all movies</a:t>
            </a:r>
            <a:br/>
            <a:r>
              <a:t>2. Loop through and check if the title contains the search term</a:t>
            </a:r>
            <a:br/>
            <a:r>
              <a:t>3. Return only the matching movies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Challenge 6 - Top 5 Highest 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Goal: Show the 5 movies with the best ratings!</a:t>
            </a:r>
            <a:br/>
            <a:br/>
            <a:r>
              <a:t>def get_top_rated_movies(limit=5):</a:t>
            </a:r>
            <a:br/>
            <a:r>
              <a:t>    # TODO: Your code here!</a:t>
            </a:r>
            <a:br/>
            <a:r>
              <a:t>    return []</a:t>
            </a:r>
            <a:br/>
            <a:br/>
            <a:r>
              <a:t>What you need to do:</a:t>
            </a:r>
            <a:br/>
            <a:r>
              <a:t>1. Get all movies</a:t>
            </a:r>
            <a:br/>
            <a:r>
              <a:t>2. Find movies that have reviews</a:t>
            </a:r>
            <a:br/>
            <a:r>
              <a:t>3. Sort them by rating (highest first)</a:t>
            </a:r>
            <a:br/>
            <a:r>
              <a:t>4. Return the top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Challenge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Most challenges follow this pattern:</a:t>
            </a:r>
            <a:br/>
            <a:br/>
            <a:r>
              <a:t>def function_name(input):</a:t>
            </a:r>
            <a:br/>
            <a:r>
              <a:t>    # 1. Get the data you need</a:t>
            </a:r>
            <a:br/>
            <a:r>
              <a:t>    movies = load_movies()</a:t>
            </a:r>
            <a:br/>
            <a:br/>
            <a:r>
              <a:t>    # 2. Loop through items</a:t>
            </a:r>
            <a:br/>
            <a:r>
              <a:t>    for movie in movies:</a:t>
            </a:r>
            <a:br/>
            <a:r>
              <a:t>        # 3. Check a condition</a:t>
            </a:r>
            <a:br/>
            <a:r>
              <a:t>        if movie["id"] == input:</a:t>
            </a:r>
            <a:br/>
            <a:r>
              <a:t>            # 4. Return a result</a:t>
            </a:r>
            <a:br/>
            <a:r>
              <a:t>            return movie</a:t>
            </a:r>
            <a:br/>
            <a:br/>
            <a:r>
              <a:t>    # 5. Handle "not found" case</a:t>
            </a:r>
            <a:br/>
            <a:r>
              <a:t>    return 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Tips for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• Read the hints - They're in STUDENT_CHALLENGES.md!</a:t>
            </a:r>
            <a:br/>
            <a:br/>
            <a:r>
              <a:t>• Test often - Save → Check browser</a:t>
            </a:r>
            <a:br/>
            <a:br/>
            <a:r>
              <a:t>• Use print() - Add print(variable) to see values</a:t>
            </a:r>
            <a:br/>
            <a:br/>
            <a:r>
              <a:t>• Ask mentors - That's what they're here for</a:t>
            </a:r>
            <a:br/>
            <a:br/>
            <a:r>
              <a:t>• Help each other - Teaching helps you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Common Mistakes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# WRONG: Using = instead of ==</a:t>
            </a:r>
            <a:br/>
            <a:r>
              <a:t>if rating = 5:      # This assigns, doesn't compare!</a:t>
            </a:r>
            <a:br/>
            <a:br/>
            <a:r>
              <a:t># RIGHT: Use == to compare</a:t>
            </a:r>
            <a:br/>
            <a:r>
              <a:t>if rating == 5:     # This checks if equal</a:t>
            </a:r>
            <a:br/>
            <a:br/>
            <a:br/>
            <a:r>
              <a:t># WRONG: Forgetting to return</a:t>
            </a:r>
            <a:br/>
            <a:r>
              <a:t>def get_movie(id):</a:t>
            </a:r>
            <a:br/>
            <a:r>
              <a:t>    for movie in movies:</a:t>
            </a:r>
            <a:br/>
            <a:r>
              <a:t>        if movie["id"] == id:</a:t>
            </a:r>
            <a:br/>
            <a:r>
              <a:t>            movie  # Oops! Nothing returned</a:t>
            </a:r>
            <a:br/>
            <a:br/>
            <a:r>
              <a:t># RIGHT: Use return keyword</a:t>
            </a:r>
            <a:br/>
            <a:r>
              <a:t>def get_movie(id):</a:t>
            </a:r>
            <a:br/>
            <a:r>
              <a:t>    for movie in movies:</a:t>
            </a:r>
            <a:br/>
            <a:r>
              <a:t>        if movie["id"] == id:</a:t>
            </a:r>
            <a:br/>
            <a:r>
              <a:t>            return movie  # This sends it back!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Let's Go!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1. Install Python (if not already installed)</a:t>
            </a:r>
            <a:br/>
            <a:br/>
            <a:r>
              <a:t>2. Install VS Code (if not already installed)</a:t>
            </a:r>
            <a:br/>
            <a:br/>
            <a:r>
              <a:t>3. Open the project folder in VS Code</a:t>
            </a:r>
            <a:br/>
            <a:br/>
            <a:r>
              <a:t>4. Create and activate virtual environment</a:t>
            </a:r>
            <a:br/>
            <a:br/>
            <a:r>
              <a:t>5. Install dependencies: pip install -r requirements.txt</a:t>
            </a:r>
            <a:br/>
            <a:br/>
            <a:r>
              <a:t>6. Run: uvicorn main:app --reload</a:t>
            </a:r>
            <a:br/>
            <a:br/>
            <a:r>
              <a:t>7. Open database.py and start Challenge 2!</a:t>
            </a:r>
            <a:br/>
            <a:br/>
            <a:br/>
            <a:r>
              <a:t>Questions? Ask your mentor!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Wrap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You built a web app with Python!</a:t>
            </a:r>
            <a:br/>
            <a:br/>
            <a:r>
              <a:t>Skills you used today:</a:t>
            </a:r>
            <a:br/>
            <a:r>
              <a:t>• Python programming (loops, dictionaries, functions)</a:t>
            </a:r>
            <a:br/>
            <a:r>
              <a:t>• Web development with FastAPI</a:t>
            </a:r>
            <a:br/>
            <a:r>
              <a:t>• Working with JSON data</a:t>
            </a:r>
            <a:br/>
            <a:r>
              <a:t>• Setting up a development environment</a:t>
            </a:r>
            <a:br/>
            <a:r>
              <a:t>• Problem solving &amp; debugging</a:t>
            </a:r>
            <a:br/>
            <a:br/>
            <a:r>
              <a:t>This is what real developers do every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What's Next?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  <a:latin typeface="Consolas"/>
              </a:defRPr>
            </a:pPr>
            <a:r>
              <a:t>Want to keep learning?</a:t>
            </a:r>
            <a:br/>
            <a:br/>
            <a:r>
              <a:t>• freeCodeCamp.org - Free coding courses</a:t>
            </a:r>
            <a:br/>
            <a:r>
              <a:t>• Codecademy - Interactive Python</a:t>
            </a:r>
            <a:br/>
            <a:r>
              <a:t>• Real Python - Python tutorials</a:t>
            </a:r>
            <a:br/>
            <a:r>
              <a:t>• W3Schools - Web development basics</a:t>
            </a:r>
            <a:br/>
            <a:br/>
            <a:br/>
            <a:r>
              <a:t>Keep your project - add it to your portfolio!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217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100FF"/>
                </a:solidFill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