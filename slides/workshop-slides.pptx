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10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Build Your First Web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Movie Review App Workshop</a:t>
            </a:r>
            <a:br/>
            <a:r>
              <a:t>Accenture x BTEC Students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What We're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A movie review web application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Browse a catalog of movies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View movie details and plot summaries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Write reviews with star ratings (1-5)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Search for movies by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Tech Stack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What It Does</a:t>
                      </a:r>
                    </a:p>
                  </a:txBody>
                  <a:tcPr>
                    <a:solidFill>
                      <a:srgbClr val="A10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Our programming language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Turns Python into a website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HTML/CSS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Makes it look nice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VS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Where we write code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How Web Apps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You type a URL in your browser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Browser sends a REQUEST to the server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Server runs Python code to get data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Server sends back a RESPONSE (HTML page)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Browser displays the page to you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Project 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411480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CDCDC"/>
                </a:solidFill>
                <a:latin typeface="Courier New"/>
              </a:defRPr>
            </a:pPr>
            <a:r>
              <a:t>movie-review-app/</a:t>
            </a:r>
            <a:br/>
            <a:r>
              <a:t>├── main.py          ← Routes (URLs)</a:t>
            </a:r>
            <a:br/>
            <a:r>
              <a:t>├── database.py      ← Your challenges!</a:t>
            </a:r>
            <a:br/>
            <a:r>
              <a:t>├── templates/       ← HTML pages</a:t>
            </a:r>
            <a:br/>
            <a:r>
              <a:t>├── static/css/      ← Styles</a:t>
            </a:r>
            <a:br/>
            <a:r>
              <a:t>└── data/movies.json ← Movie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10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Let's Code!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2: Find a Movie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411480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CDCDC"/>
                </a:solidFill>
                <a:latin typeface="Courier New"/>
              </a:defRPr>
            </a:pPr>
            <a:r>
              <a:t>def get_movie_by_id(movie_id):</a:t>
            </a:r>
            <a:br/>
            <a:r>
              <a:t>    movies = load_movies()</a:t>
            </a:r>
            <a:br/>
            <a:r>
              <a:t>    # TODO: Loop through movies</a:t>
            </a:r>
            <a:br/>
            <a:r>
              <a:t>    # Find the one with matching ID</a:t>
            </a:r>
            <a:br/>
            <a:r>
              <a:t>    # Return it!</a:t>
            </a:r>
            <a:br/>
            <a:r>
              <a:t>    pass</a:t>
            </a:r>
            <a:br/>
            <a:br/>
            <a:r>
              <a:t>Hint: Use a for loop and if statement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Challenge Progression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What You'll Build</a:t>
                      </a:r>
                    </a:p>
                  </a:txBody>
                  <a:tcPr>
                    <a:solidFill>
                      <a:srgbClr val="A10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Difficulty</a:t>
                      </a:r>
                    </a:p>
                  </a:txBody>
                  <a:tcPr>
                    <a:solidFill>
                      <a:srgbClr val="A10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Load movies (done!)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Find movie by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Easy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Save 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Calculate average 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Search movies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000000"/>
                          </a:solidFill>
                        </a:defRPr>
                      </a:pPr>
                      <a:r>
                        <a:t>Easy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Python Basics Refresher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411480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863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DCDCDC"/>
                </a:solidFill>
                <a:latin typeface="Courier New"/>
              </a:defRPr>
            </a:pPr>
            <a:r>
              <a:t># Variables</a:t>
            </a:r>
            <a:br/>
            <a:r>
              <a:t>name = "Batman"</a:t>
            </a:r>
            <a:br/>
            <a:r>
              <a:t>rating = 5</a:t>
            </a:r>
            <a:br/>
            <a:br/>
            <a:r>
              <a:t># Lists</a:t>
            </a:r>
            <a:br/>
            <a:r>
              <a:t>movies = ["Batman", "Spider-Man"]</a:t>
            </a:r>
            <a:br/>
            <a:br/>
            <a:r>
              <a:t># Dictionaries</a:t>
            </a:r>
            <a:br/>
            <a:r>
              <a:t>movie = {"title": "Batman", "year": 2022}</a:t>
            </a:r>
            <a:br/>
            <a:r>
              <a:t>movie["title"]  # → "Batman"</a:t>
            </a:r>
            <a:br/>
            <a:br/>
            <a:r>
              <a:t># Loops</a:t>
            </a:r>
            <a:br/>
            <a:r>
              <a:t>for movie in movies:</a:t>
            </a:r>
            <a:br/>
            <a:r>
              <a:t>    print(movie)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Tips for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Read the hints - they're there to help!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Test often - save and check the browser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Ask mentors - that's what they're here for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Help each other - teaching helps you learn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Don't worry about mistakes - they're part of learning!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Open VS Code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Open the movie-review-app folder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Open Terminal (Ctrl + `)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Run: pip install -r requirements.txt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Run: uvicorn main:app --reload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Open browser to http://127.0.0.1:8000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10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Let's Go!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What You Built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A complete web application with Python!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Python programming (functions, loops, dictionaries)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Web development with FastAPI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Working with JSON data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Problem solving and debugging skills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Keep Learning!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freeCodeCamp.org - Free coding courses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Codecademy - Interactive Python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Real Python - Python tutorials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Your project is yours - keep building!</a:t>
            </a:r>
          </a:p>
          <a:p>
            <a:pPr>
              <a:spcAft>
                <a:spcPts val="1400"/>
              </a:spcAft>
              <a:defRPr sz="2200">
                <a:solidFill>
                  <a:srgbClr val="000000"/>
                </a:solidFill>
              </a:defRPr>
            </a:pPr>
            <a:r>
              <a:t>• Thank you for joining us today!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