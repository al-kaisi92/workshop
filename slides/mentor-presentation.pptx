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Movie Review App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Mentor Training Guide</a:t>
            </a:r>
            <a:br/>
            <a:r>
              <a:t>BTEC Students • Python • FastAPI •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Workshop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Duration: 2 hours 45 minutes</a:t>
            </a:r>
          </a:p>
          <a:p>
            <a:pPr>
              <a:spcAft>
                <a:spcPts val="1200"/>
              </a:spcAft>
              <a:defRPr sz="2400"/>
            </a:pPr>
            <a:r>
              <a:t>• Students: ~20 per room (complete beginners)</a:t>
            </a:r>
          </a:p>
          <a:p>
            <a:pPr>
              <a:spcAft>
                <a:spcPts val="1200"/>
              </a:spcAft>
              <a:defRPr sz="2400"/>
            </a:pPr>
            <a:r>
              <a:t>• Mentors: 4-5 per room (at least one Python-strong)</a:t>
            </a:r>
          </a:p>
          <a:p>
            <a:pPr>
              <a:spcAft>
                <a:spcPts val="1200"/>
              </a:spcAft>
              <a:defRPr sz="2400"/>
            </a:pPr>
            <a:r>
              <a:t>• Goal: Students build a working movie review web app</a:t>
            </a:r>
          </a:p>
          <a:p>
            <a:pPr>
              <a:spcAft>
                <a:spcPts val="1200"/>
              </a:spcAft>
              <a:defRPr sz="2400"/>
            </a:pPr>
            <a:r>
              <a:t>• Tech: Python, FastAPI, SQLAlchemy, SQLite, Jinja2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What Students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Browse a catalog of 9,800+ real movies from TMDB</a:t>
            </a:r>
          </a:p>
          <a:p>
            <a:pPr>
              <a:spcAft>
                <a:spcPts val="1200"/>
              </a:spcAft>
              <a:defRPr sz="2400"/>
            </a:pPr>
            <a:r>
              <a:t>• View movie details with poster, plot, and genre</a:t>
            </a:r>
          </a:p>
          <a:p>
            <a:pPr>
              <a:spcAft>
                <a:spcPts val="1200"/>
              </a:spcAft>
              <a:defRPr sz="2400"/>
            </a:pPr>
            <a:r>
              <a:t>• Submit reviews with star ratings (1-5 stars)</a:t>
            </a:r>
          </a:p>
          <a:p>
            <a:pPr>
              <a:spcAft>
                <a:spcPts val="1200"/>
              </a:spcAft>
              <a:defRPr sz="2400"/>
            </a:pPr>
            <a:r>
              <a:t>• See average ratings calculated from all reviews</a:t>
            </a:r>
          </a:p>
          <a:p>
            <a:pPr>
              <a:spcAft>
                <a:spcPts val="1200"/>
              </a:spcAft>
              <a:defRPr sz="2400"/>
            </a:pPr>
            <a:r>
              <a:t>• Search movies by title</a:t>
            </a:r>
          </a:p>
          <a:p>
            <a:pPr>
              <a:spcAft>
                <a:spcPts val="1200"/>
              </a:spcAft>
              <a:defRPr sz="2400"/>
            </a:pPr>
            <a:r>
              <a:t>• View Top 5 highest-rated movies</a:t>
            </a:r>
          </a:p>
          <a:p>
            <a:pPr>
              <a:spcAft>
                <a:spcPts val="1200"/>
              </a:spcAft>
              <a:defRPr sz="2400"/>
            </a:pPr>
            <a:r>
              <a:t>• All data persists in a real SQLite database!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Tech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Programming language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FastAPI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Web framework (handles routes/URLs)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Jinja2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HTML templating (dynamic pages)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SQLAlchemy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ORM (database as Python objects)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SQLite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Database (movies.db file)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VS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Code editor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Session Flow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0:00-0:15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Intro &amp;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Show finished app, explain goals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0:15-0:30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Code Walkthrough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Explain project structure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0:30-0:45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Help students set up VS Code &amp; Python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0:45-2:30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Students code, mentors help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2:30-2:45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Wrap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Celebrate wins, share next steps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The Challenges (database.py)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3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Difficulty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Time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load_movies()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Done for them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get_movie_by_id()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 min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add_review()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15 min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get_average_rating()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15 min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search_movies()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 min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get_top_rated_movies()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15 min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Your Role as a Mentor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Guide with questions</a:t>
            </a:r>
          </a:p>
          <a:p>
            <a:pPr>
              <a:spcAft>
                <a:spcPts val="800"/>
              </a:spcAft>
              <a:defRPr sz="2000"/>
            </a:pPr>
            <a:r>
              <a:t>• Point to hints in docs</a:t>
            </a:r>
          </a:p>
          <a:p>
            <a:pPr>
              <a:spcAft>
                <a:spcPts val="800"/>
              </a:spcAft>
              <a:defRPr sz="2000"/>
            </a:pPr>
            <a:r>
              <a:t>• Let them type the code</a:t>
            </a:r>
          </a:p>
          <a:p>
            <a:pPr>
              <a:spcAft>
                <a:spcPts val="800"/>
              </a:spcAft>
              <a:defRPr sz="2000"/>
            </a:pPr>
            <a:r>
              <a:t>• Use print() to debug</a:t>
            </a:r>
          </a:p>
          <a:p>
            <a:pPr>
              <a:spcAft>
                <a:spcPts val="800"/>
              </a:spcAft>
              <a:defRPr sz="2000"/>
            </a:pPr>
            <a:r>
              <a:t>• Celebrate small wins!</a:t>
            </a:r>
          </a:p>
          <a:p>
            <a:pPr>
              <a:spcAft>
                <a:spcPts val="800"/>
              </a:spcAft>
              <a:defRPr sz="2000"/>
            </a:pPr>
            <a:r>
              <a:t>• Roam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DON'T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Type code for them</a:t>
            </a:r>
          </a:p>
          <a:p>
            <a:pPr>
              <a:spcAft>
                <a:spcPts val="800"/>
              </a:spcAft>
              <a:defRPr sz="2000"/>
            </a:pPr>
            <a:r>
              <a:t>• Give solutions immediately</a:t>
            </a:r>
          </a:p>
          <a:p>
            <a:pPr>
              <a:spcAft>
                <a:spcPts val="800"/>
              </a:spcAft>
              <a:defRPr sz="2000"/>
            </a:pPr>
            <a:r>
              <a:t>• Make them feel bad</a:t>
            </a:r>
          </a:p>
          <a:p>
            <a:pPr>
              <a:spcAft>
                <a:spcPts val="800"/>
              </a:spcAft>
              <a:defRPr sz="2000"/>
            </a:pPr>
            <a:r>
              <a:t>• Rush through challenges</a:t>
            </a:r>
          </a:p>
          <a:p>
            <a:pPr>
              <a:spcAft>
                <a:spcPts val="800"/>
              </a:spcAft>
              <a:defRPr sz="2000"/>
            </a:pPr>
            <a:r>
              <a:t>• Sit at your desk</a:t>
            </a:r>
          </a:p>
          <a:p>
            <a:pPr>
              <a:spcAft>
                <a:spcPts val="800"/>
              </a:spcAft>
              <a:defRPr sz="2000"/>
            </a:pPr>
            <a:r>
              <a:t>• Ignore quiet students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The 3-Step Help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1. ASK: "What are you trying to do? What error do you see?"</a:t>
            </a:r>
          </a:p>
          <a:p>
            <a:pPr>
              <a:spcAft>
                <a:spcPts val="1200"/>
              </a:spcAft>
              <a:defRPr sz="2400"/>
            </a:pPr>
            <a:r>
              <a:t>• 2. HINT: Point to the relevant hint in STUDENT_CHALLENGES.md</a:t>
            </a:r>
          </a:p>
          <a:p>
            <a:pPr>
              <a:spcAft>
                <a:spcPts val="1200"/>
              </a:spcAft>
              <a:defRPr sz="2400"/>
            </a:pPr>
            <a:r>
              <a:t>• 3. SHOW: If stuck 10+ mins, show a small example</a:t>
            </a:r>
          </a:p>
          <a:p>
            <a:pPr>
              <a:spcAft>
                <a:spcPts val="1200"/>
              </a:spcAft>
              <a:defRPr sz="2400"/>
            </a:pPr>
            <a:r>
              <a:t>• </a:t>
            </a:r>
          </a:p>
          <a:p>
            <a:pPr>
              <a:spcAft>
                <a:spcPts val="1200"/>
              </a:spcAft>
              <a:defRPr sz="2400"/>
            </a:pPr>
            <a:r>
              <a:t>• Remember: The goal is learning, not just finishing!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Key Concepts to Explain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Python: Programming language - tells computers what to do</a:t>
            </a:r>
          </a:p>
          <a:p>
            <a:pPr>
              <a:spcAft>
                <a:spcPts val="1200"/>
              </a:spcAft>
              <a:defRPr sz="2400"/>
            </a:pPr>
            <a:r>
              <a:t>• FastAPI: Web framework - turns Python code into a website</a:t>
            </a:r>
          </a:p>
          <a:p>
            <a:pPr>
              <a:spcAft>
                <a:spcPts val="1200"/>
              </a:spcAft>
              <a:defRPr sz="2400"/>
            </a:pPr>
            <a:r>
              <a:t>• Dictionary: Stores data with labels (like title, year, genre)</a:t>
            </a:r>
          </a:p>
          <a:p>
            <a:pPr>
              <a:spcAft>
                <a:spcPts val="1200"/>
              </a:spcAft>
              <a:defRPr sz="2400"/>
            </a:pPr>
            <a:r>
              <a:t>• for loop: Goes through a list one item at a time</a:t>
            </a:r>
          </a:p>
          <a:p>
            <a:pPr>
              <a:spcAft>
                <a:spcPts val="1200"/>
              </a:spcAft>
              <a:defRPr sz="2400"/>
            </a:pPr>
            <a:r>
              <a:t>• SQLite: Database that stores everything in one file</a:t>
            </a:r>
          </a:p>
          <a:p>
            <a:pPr>
              <a:spcAft>
                <a:spcPts val="1200"/>
              </a:spcAft>
              <a:defRPr sz="2400"/>
            </a:pPr>
            <a:r>
              <a:t>• Session: A conversation with the database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Common Issues &amp; Quick Fixes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Fix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None when clicking movie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get_movie_by_id not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Complete Challenge 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Reviews disappear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Missing session.commit()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Add commit() in Challenge 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Rating shows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get_average_rating broken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Complete Challenge 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IndentationError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Mixed tabs/spaces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Use 4 spaces consistently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uvicorn 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Dependencies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pip install -r requirements.txt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Pacing Guide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Time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Expected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Action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Setup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Everyone has app running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1.5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Challenge 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Fast students on reviews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Challenge 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Most have working reviews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30 mins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Challenge 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Search and Top 5 working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15 mins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Wrap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Celebrate, show next steps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Running the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Open terminal in VS Code (Ctrl + `)</a:t>
            </a:r>
          </a:p>
          <a:p>
            <a:pPr>
              <a:spcAft>
                <a:spcPts val="1200"/>
              </a:spcAft>
              <a:defRPr sz="2400"/>
            </a:pPr>
            <a:r>
              <a:t>• Navigate to: cd movie-review-app</a:t>
            </a:r>
          </a:p>
          <a:p>
            <a:pPr>
              <a:spcAft>
                <a:spcPts val="1200"/>
              </a:spcAft>
              <a:defRPr sz="2400"/>
            </a:pPr>
            <a:r>
              <a:t>• Install dependencies: pip install -r requirements.txt</a:t>
            </a:r>
          </a:p>
          <a:p>
            <a:pPr>
              <a:spcAft>
                <a:spcPts val="1200"/>
              </a:spcAft>
              <a:defRPr sz="2400"/>
            </a:pPr>
            <a:r>
              <a:t>• Start server: uvicorn main:app --reload</a:t>
            </a:r>
          </a:p>
          <a:p>
            <a:pPr>
              <a:spcAft>
                <a:spcPts val="1200"/>
              </a:spcAft>
              <a:defRPr sz="2400"/>
            </a:pPr>
            <a:r>
              <a:t>• Open browser: http://127.0.0.1:8000</a:t>
            </a:r>
          </a:p>
          <a:p>
            <a:pPr>
              <a:spcAft>
                <a:spcPts val="1200"/>
              </a:spcAft>
              <a:defRPr sz="2400"/>
            </a:pPr>
            <a:r>
              <a:t>• Load more movies: python load_tmdb_data.py (optional)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main.py - FastAPI routes (connects URLs to functions)</a:t>
            </a:r>
          </a:p>
          <a:p>
            <a:pPr>
              <a:spcAft>
                <a:spcPts val="1200"/>
              </a:spcAft>
              <a:defRPr sz="2400"/>
            </a:pPr>
            <a:r>
              <a:t>• database.py - Where students write code (10 challenges)</a:t>
            </a:r>
          </a:p>
          <a:p>
            <a:pPr>
              <a:spcAft>
                <a:spcPts val="1200"/>
              </a:spcAft>
              <a:defRPr sz="2400"/>
            </a:pPr>
            <a:r>
              <a:t>• templates/ - HTML files with {{ placeholders }}</a:t>
            </a:r>
          </a:p>
          <a:p>
            <a:pPr>
              <a:spcAft>
                <a:spcPts val="1200"/>
              </a:spcAft>
              <a:defRPr sz="2400"/>
            </a:pPr>
            <a:r>
              <a:t>• static/css/ - Styling (style.css)</a:t>
            </a:r>
          </a:p>
          <a:p>
            <a:pPr>
              <a:spcAft>
                <a:spcPts val="1200"/>
              </a:spcAft>
              <a:defRPr sz="2400"/>
            </a:pPr>
            <a:r>
              <a:t>• movies.db - SQLite database file (auto-created)</a:t>
            </a:r>
          </a:p>
          <a:p>
            <a:pPr>
              <a:spcAft>
                <a:spcPts val="1200"/>
              </a:spcAft>
              <a:defRPr sz="2400"/>
            </a:pPr>
            <a:r>
              <a:t>• requirements.txt - Python dependencies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SQLAlchemy Basics (for reference)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session = get_session() - Start a database conversation</a:t>
            </a:r>
          </a:p>
          <a:p>
            <a:pPr>
              <a:spcAft>
                <a:spcPts val="1200"/>
              </a:spcAft>
              <a:defRPr sz="2400"/>
            </a:pPr>
            <a:r>
              <a:t>• session.query(Movie).all() - Get all movies</a:t>
            </a:r>
          </a:p>
          <a:p>
            <a:pPr>
              <a:spcAft>
                <a:spcPts val="1200"/>
              </a:spcAft>
              <a:defRPr sz="2400"/>
            </a:pPr>
            <a:r>
              <a:t>• session.query(Movie).filter(...).first() - Get one movie</a:t>
            </a:r>
          </a:p>
          <a:p>
            <a:pPr>
              <a:spcAft>
                <a:spcPts val="1200"/>
              </a:spcAft>
              <a:defRPr sz="2400"/>
            </a:pPr>
            <a:r>
              <a:t>• session.add(object) - Add new data</a:t>
            </a:r>
          </a:p>
          <a:p>
            <a:pPr>
              <a:spcAft>
                <a:spcPts val="1200"/>
              </a:spcAft>
              <a:defRPr sz="2400"/>
            </a:pPr>
            <a:r>
              <a:t>• session.commit() - Save changes permanently</a:t>
            </a:r>
          </a:p>
          <a:p>
            <a:pPr>
              <a:spcAft>
                <a:spcPts val="1200"/>
              </a:spcAft>
              <a:defRPr sz="2400"/>
            </a:pPr>
            <a:r>
              <a:t>• session.close() - End the conversation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Free Hosting Options for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Render - Free tier, auto-deploy from Git, easy setup</a:t>
            </a:r>
          </a:p>
          <a:p>
            <a:pPr>
              <a:spcAft>
                <a:spcPts val="1200"/>
              </a:spcAft>
              <a:defRPr sz="2400"/>
            </a:pPr>
            <a:r>
              <a:t>• Railway - Fast provisioning, $5 free credits</a:t>
            </a:r>
          </a:p>
          <a:p>
            <a:pPr>
              <a:spcAft>
                <a:spcPts val="1200"/>
              </a:spcAft>
              <a:defRPr sz="2400"/>
            </a:pPr>
            <a:r>
              <a:t>• Fly.io - 3 free VMs, global deployment</a:t>
            </a:r>
          </a:p>
          <a:p>
            <a:pPr>
              <a:spcAft>
                <a:spcPts val="1200"/>
              </a:spcAft>
              <a:defRPr sz="2400"/>
            </a:pPr>
            <a:r>
              <a:t>• PythonAnywhere - Web-based IDE, supports SQLite</a:t>
            </a:r>
          </a:p>
          <a:p>
            <a:pPr>
              <a:spcAft>
                <a:spcPts val="1200"/>
              </a:spcAft>
              <a:defRPr sz="2400"/>
            </a:pPr>
            <a:r>
              <a:t>• Back4app - Docker environment, GitHub integration</a:t>
            </a:r>
          </a:p>
          <a:p>
            <a:pPr>
              <a:spcAft>
                <a:spcPts val="1200"/>
              </a:spcAft>
              <a:defRPr sz="2400"/>
            </a:pPr>
            <a:r>
              <a:t>• Google Cloud Run - Scale-to-zero, pay-as-you-go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Before the Workshop - Your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Read MENTOR_GUIDE.md thoroughly</a:t>
            </a:r>
          </a:p>
          <a:p>
            <a:pPr>
              <a:spcAft>
                <a:spcPts val="1200"/>
              </a:spcAft>
              <a:defRPr sz="2400"/>
            </a:pPr>
            <a:r>
              <a:t>• Complete all challenges yourself</a:t>
            </a:r>
          </a:p>
          <a:p>
            <a:pPr>
              <a:spcAft>
                <a:spcPts val="1200"/>
              </a:spcAft>
              <a:defRPr sz="2400"/>
            </a:pPr>
            <a:r>
              <a:t>• Test running the app locally</a:t>
            </a:r>
          </a:p>
          <a:p>
            <a:pPr>
              <a:spcAft>
                <a:spcPts val="1200"/>
              </a:spcAft>
              <a:defRPr sz="2400"/>
            </a:pPr>
            <a:r>
              <a:t>• Load full movie dataset: python load_tmdb_data.py</a:t>
            </a:r>
          </a:p>
          <a:p>
            <a:pPr>
              <a:spcAft>
                <a:spcPts val="1200"/>
              </a:spcAft>
              <a:defRPr sz="2400"/>
            </a:pPr>
            <a:r>
              <a:t>• Have solution folder ready for reference</a:t>
            </a:r>
          </a:p>
          <a:p>
            <a:pPr>
              <a:spcAft>
                <a:spcPts val="1200"/>
              </a:spcAft>
              <a:defRPr sz="2400"/>
            </a:pPr>
            <a:r>
              <a:t>• Know common errors and fixes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Final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First 15 minutes are CRITICAL - help with setup!</a:t>
            </a:r>
          </a:p>
          <a:p>
            <a:pPr>
              <a:spcAft>
                <a:spcPts val="1200"/>
              </a:spcAft>
              <a:defRPr sz="2400"/>
            </a:pPr>
            <a:r>
              <a:t>• Watch for struggling students - they often don't ask</a:t>
            </a:r>
          </a:p>
          <a:p>
            <a:pPr>
              <a:spcAft>
                <a:spcPts val="1200"/>
              </a:spcAft>
              <a:defRPr sz="2400"/>
            </a:pPr>
            <a:r>
              <a:t>• Keep the energy up - enthusiasm is contagious</a:t>
            </a:r>
          </a:p>
          <a:p>
            <a:pPr>
              <a:spcAft>
                <a:spcPts val="1200"/>
              </a:spcAft>
              <a:defRPr sz="2400"/>
            </a:pPr>
            <a:r>
              <a:t>• It's okay if not everyone finishes - focus on learning</a:t>
            </a:r>
          </a:p>
          <a:p>
            <a:pPr>
              <a:spcAft>
                <a:spcPts val="1200"/>
              </a:spcAft>
              <a:defRPr sz="2400"/>
            </a:pPr>
            <a:r>
              <a:t>• Have fun! This is a great opportunity for students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Emergency contact: Mo (Lead)</a:t>
            </a:r>
            <a:br/>
            <a:br/>
            <a:r>
              <a:t>You've got this! Have fun!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